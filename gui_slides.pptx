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INTERFACE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Interactive GUI for the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 Outcome Model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on top of the HealthCare notebook pipeline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2920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5166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upload  ·  EDA  ·  Model training  ·  Live prediction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GUI Does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screens covering the full pipeline from raw data to a live prediction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icon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928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642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Overview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07568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patient dataset and instantly see row/column counts, missing values, and the three categories in the data.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_ed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31012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91640" y="308152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49300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every analysis and plot from the notebook — distributions, correlation heatmap, and outcome breakdowns.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4526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2" descr="icon_model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72744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91640" y="449884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&amp; Comparison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691640" y="4910328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C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the same 6 models from the notebook (Logistic Regression, KNN, XGBoost, SVM, Random Forest, Voting Classifier) and compares their scores side by side.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2296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icon_predi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69848"/>
            <a:ext cx="512064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74520" y="9326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a Case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only evaluates the model on its own test set. This screen goes further: it lets us predict an outcome for a brand-new patient who isn’t in the dataset at all.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4290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156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1051560" y="4297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patient data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4800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a form with every field the models were trained on — vitals, labs, lifestyle, and history.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80560" y="34290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model</a:t>
            </a:r>
            <a:endParaRPr lang="en-US" sz="165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4800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of the 6 trained models, or the top-performing Voting Classifier.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38160" y="34290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65A82">
              <a:alpha val="75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66760" y="3611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42976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outcome</a:t>
            </a:r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8366760" y="480060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predicted treatment_outcome appears instantly, using the exact same encoding pipeline as training.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2026-09-17T13:26:31Z</dcterms:created>
  <dcterms:modified xsi:type="dcterms:W3CDTF">2026-09-17T13:26:31Z</dcterms:modified>
</cp:coreProperties>
</file>